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4580D9"/>
                </a:solidFill>
              </a:defRPr>
            </a:pPr>
            <a:r>
              <a:t>오늘시간표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AI 기반 학교생활 통합 도우미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BB"/>
                </a:solidFill>
              </a:defRPr>
            </a:pPr>
            <a:r>
              <a:t>교육 공공데이터 + AI + 멀티플랫폼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학생 부문 | AI 활용 아이디어 기획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BB"/>
                </a:solidFill>
              </a:defRPr>
            </a:pPr>
            <a:r>
              <a:t>팀명: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활용 데이터 정보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698480" cy="502920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BB"/>
                </a:solidFill>
              </a:defRPr>
            </a:pPr>
            <a:r>
              <a:t>데이터명                          제공기관      출처                                    활용 내용</a:t>
            </a:r>
            <a:br/>
            <a:r>
              <a:t>학교기본정보 (schoolInfo)        교육부        NEIS 교육정보 개방포털              학교 검색, 유형/주소</a:t>
            </a:r>
            <a:br/>
            <a:r>
              <a:t>초등학교 시간표 (elsTimetable)    교육부        NEIS 교육정보 개방포털              초등 시간표 조회</a:t>
            </a:r>
            <a:br/>
            <a:r>
              <a:t>중학교 시간표 (misTimetable)     교육부        NEIS 교육정보 개방포털              중학교 시간표 조회</a:t>
            </a:r>
            <a:br/>
            <a:r>
              <a:t>고등학교 시간표 (hisTimetable)    교육부        NEIS 교육정보 개방포털              고등학교 시간표 조회</a:t>
            </a:r>
            <a:br/>
            <a:r>
              <a:t>급식식단정보 (mealServiceDietInfo)  교육부      NEIS 교육정보 개방포털              급식 메뉴/칼로리/알레르기</a:t>
            </a:r>
            <a:br/>
            <a:r>
              <a:t>학사일정 (SchoolSchedule)        교육부        NEIS 교육정보 개방포털              학사일정/시험 D-Day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77788"/>
                </a:solidFill>
              </a:defRPr>
            </a:pPr>
            <a:r>
              <a:t>라이선스: 공공누리 제1유형 (출처 표시)  |  추가: 컴시간 알리미 (실시간 시간표)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문제 인식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80D9"/>
                </a:solidFill>
              </a:defRPr>
            </a:pPr>
            <a:r>
              <a:t>1. 시간표 확인이 번거롭다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교실 게시판, 컴시간 웹, 카톡... 매번 다른 곳에서 확인</a:t>
            </a:r>
            <a:br/>
            <a:r>
              <a:t>보강/자습 변경사항을 실시간으로 알기 어려움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80D9"/>
                </a:solidFill>
              </a:defRPr>
            </a:pPr>
            <a:r>
              <a:t>2. 급식 정보가 분산되어 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학교 홈페이지에 직접 접속해야 확인 가능</a:t>
            </a:r>
            <a:br/>
            <a:r>
              <a:t>알레르기 정보 확인이 불편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80D9"/>
                </a:solidFill>
              </a:defRPr>
            </a:pPr>
            <a:r>
              <a:t>3. 학사일정 관리가 어렵다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43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시험 일정, 체험학습을 별도로 메모</a:t>
            </a:r>
            <a:br/>
            <a:r>
              <a:t>D-Day를 수동으로 계산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59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577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580D9"/>
                </a:solidFill>
              </a:defRPr>
            </a:pPr>
            <a:r>
              <a:t>4. 하나의 앱으로 해결되지 않는다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7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BB"/>
                </a:solidFill>
              </a:defRPr>
            </a:pPr>
            <a:r>
              <a:t>시간표 앱, 급식 앱, 일정 앱을 따로 사용하는 현실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"매일 반복되는 학교생활 정보를,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108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하나의 앱에서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580D9"/>
                </a:solidFill>
              </a:defRPr>
            </a:pPr>
            <a:r>
              <a:t>AI와 함께 해결할 수는 없을까?"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서비스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BB"/>
                </a:solidFill>
              </a:defRPr>
            </a:pPr>
            <a:r>
              <a:t>교육 공공데이터(NEIS)와 AI를 활용한 학교생활 통합 도우미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초/중/고 시간표, 급식, 학사일정을 한눈에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82880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실시간 시간표 변경 감지 (보강/자습/교사 변경)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AI 급식 이미지 생성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82880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iOS, macOS, Apple Watch, 위젯, 잠금화면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580D9"/>
                </a:solidFill>
              </a:defRPr>
            </a:pPr>
            <a:r>
              <a:t>핵심 가치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교육 공공데이터  +  AI  +  멀티플랫폼  =  학생 중심의 스마트 학교생활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666"/>
                </a:solidFill>
              </a:defRPr>
            </a:pPr>
            <a:r>
              <a:t>※ 이 자리에 앱 메인 화면 스크린샷 삽입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핵심 기능 1 - 스마트 시간표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컴시간 + NEIS 이중화 / 변경 수업 자동 감지 / 선생님 표시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핵심 기능 1 - 스마트 시간표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핵심 기능 2 - 급식 + AI 이미지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NEIS 급식 API + Gemini AI 이미지 생성 / 알레르기 19종 표시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핵심 기능 2 - 급식 + AI 이미지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핵심 기능 3 - 학사일정 + D-Day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NEIS 학사일정 API / 시험 D-Day 자동 계산 / 캘린더 연동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핵심 기능 3 - 학사일정 + D-Day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멀티플랫폼 지원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iPhone · iPad · macOS · Watch · 위젯 · 잠금화면 · Live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멀티플랫폼 지원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AI 활용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Claude Code (바이브 코딩) / Gemini API / Pollinations.ai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AI 활용 과정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데이터 처리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앱 → Firebase → Firestore 캐시 → NEIS/컴시간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데이터 처리 아키텍처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컴시간 변경 감지 기술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원본(자료481) vs 변경(자료147) 셀 비교 알고리즘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컴시간 변경 감지 기술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교육 현장 문제 해결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Before → After: 분산된 정보를 하나로 통합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교육 현장 문제 해결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기존 서비스와 차별점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컴시간 vs 기존 앱 vs 오늘시간표 비교표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기존 서비스와 차별점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기대효과 및 사회적 가치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학생 · 교사 · 학부모에게 미치는 영향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기대효과 및 사회적 가치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향후 발전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Android 확장 / AI 학습 도우미 / 글로벌 확장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향후 발전 계획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</a:defRPr>
            </a:pPr>
            <a:r>
              <a:t>교육 공공데이터 + AI + 학생 중심 설계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>
              <a:gd name="adj" fmla="val 5000"/>
            </a:avLst>
          </a:prstGeom>
          <a:solidFill>
            <a:srgbClr val="24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6666"/>
                </a:solidFill>
              </a:defRPr>
            </a:pPr>
            <a:r>
              <a:t>※ 여기에 요약 관련 상세 내용 + 스크린샷 삽입</a:t>
            </a:r>
            <a:br/>
            <a:br/>
            <a:r>
              <a:t>상세 내용은 PPT_기획서_내용.md 참고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