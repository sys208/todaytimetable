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오늘시간표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7AFF"/>
                </a:solidFill>
              </a:defRPr>
            </a:pPr>
            <a:r>
              <a:t>AI 기반 학교생활 통합 도우미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A3B5"/>
                </a:solidFill>
              </a:defRPr>
            </a:pPr>
            <a:r>
              <a:t>교육 공공데이터(NEIS/1365/학교알리미) + AI(Gemini/Groq) + 멀티플랫폼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1148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1148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1148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watchOS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1148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0C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위젯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11480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0C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Live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A3B5"/>
                </a:solidFill>
              </a:defRPr>
            </a:pPr>
            <a:r>
              <a:t>제8회 교육 공공데이터 AI활용대회 | 학생부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EBF0"/>
                </a:solidFill>
              </a:defRPr>
            </a:pPr>
            <a:r>
              <a:t>팀명: (팀명 입력)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  활용 교육 공공데이터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61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NEIS 학교기본정보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학교 검색, 유형/주소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3135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교육부</a:t>
            </a:r>
            <a:r>
              <a:rPr lang="en-US" altLang="ko-KR" dirty="0"/>
              <a:t>,</a:t>
            </a:r>
            <a:r>
              <a:rPr lang="en-US" altLang="ko-Kore-KR" sz="1200" b="1" dirty="0"/>
              <a:t> KERIS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4767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NEIS 시간표 (초/중/고)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1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시간표 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135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교육부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ore-KR" sz="1200" b="1" dirty="0"/>
              <a:t>KERIS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NEIS 급식식단정보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급식 메뉴/칼로리/알레르기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135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교육부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ore-KR" sz="1200" b="1" dirty="0"/>
              <a:t>KERIS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19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NEIS 학사일정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학사일정, 시험 D-Day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135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교육부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ore-KR" sz="1200" b="1" dirty="0"/>
              <a:t>KERIS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1365 봉사활동 실적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봉사 검색/상세/AI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6289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행정안전부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90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학교알리미 정보공시 (12종)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학생수/교원/동아리/도서관/교복/방과후 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1350" y="475934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lang="ko-KR" altLang="en-US" sz="1200" b="1" dirty="0"/>
              <a:t>교육부</a:t>
            </a:r>
            <a:r>
              <a:rPr lang="en-US" altLang="ko-KR" sz="1200" b="1" dirty="0"/>
              <a:t>,</a:t>
            </a:r>
            <a:r>
              <a:rPr lang="ko-KR" altLang="en-US" sz="1200" b="1" dirty="0"/>
              <a:t> </a:t>
            </a:r>
            <a:r>
              <a:rPr lang="en-US" altLang="ko-Kore-KR" sz="1200" b="1" dirty="0"/>
              <a:t>KERIS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0698480" cy="594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학교알리미 정보공시 (12종)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05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학생수/교원/동아리/도서관 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1350" y="544216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87AFF"/>
                </a:solidFill>
              </a:defRPr>
            </a:pPr>
            <a:r>
              <a:rPr dirty="0" err="1"/>
              <a:t>교육부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ore-KR" sz="1200" b="1" dirty="0"/>
              <a:t>KERIS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라이선스: 공공누리 제1유형 (출처 표시)  |  총 7종 교육 공공데이터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문제 인식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EA3B5"/>
                </a:solidFill>
              </a:defRPr>
            </a:pPr>
            <a:r>
              <a:t>학생들이 매일 겪는 학교생활의 불편함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737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시간표 확인이 번거롭다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3B5"/>
                </a:solidFill>
              </a:defRPr>
            </a:pPr>
            <a:r>
              <a:t>교실 게시판, 학교 홈페이지, 카톡... 매번 다른 곳에서 확인해야 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737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급식/학사일정 정보가 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3B5"/>
                </a:solidFill>
              </a:defRPr>
            </a:pPr>
            <a:r>
              <a:t>학교 홈페이지 접속 필요, 알레르기 확인 불편, D-Day 수동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1737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봉사활동 관리가 어렵다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3B5"/>
                </a:solidFill>
              </a:defRPr>
            </a:pPr>
            <a:r>
              <a:t>1365 웹사이트 검색 복잡, 지역/관심 분야 필터 부족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83280" cy="1737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수행평가 준비에 도움이 없다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3B5"/>
                </a:solidFill>
              </a:defRPr>
            </a:pPr>
            <a:r>
              <a:t>종이 공지 의존, 준비 방법/평가기준 파악 어려움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383280" cy="173736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학교 정보를 한눈에 볼 수 없다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A3B5"/>
                </a:solidFill>
              </a:defRPr>
            </a:pPr>
            <a:r>
              <a:t>학교알리미 사이트 접속 필요, 데이터 시각화 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7AFF"/>
                </a:solidFill>
              </a:defRPr>
            </a:pPr>
            <a:r>
              <a:t>"매일 반복되는 학교생활 정보를, 하나의 앱에서 AI와 함께 해결할 수는 없을까?"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오늘시간표란?</a:t>
            </a:r>
          </a:p>
          <a:p>
            <a:pPr>
              <a:spcBef>
                <a:spcPts val="600"/>
              </a:spcBef>
              <a:defRPr sz="1400" b="0">
                <a:solidFill>
                  <a:srgbClr val="9EA3B5"/>
                </a:solidFill>
              </a:defRPr>
            </a:pPr>
            <a:r>
              <a:t>교육 공공데이터(NEIS/1365/학교알리미)와 AI를 활용한</a:t>
            </a:r>
          </a:p>
          <a:p>
            <a:pPr>
              <a:spcBef>
                <a:spcPts val="600"/>
              </a:spcBef>
              <a:defRPr sz="1400" b="1">
                <a:solidFill>
                  <a:srgbClr val="387AFF"/>
                </a:solidFill>
              </a:defRPr>
            </a:pPr>
            <a:r>
              <a:t>학교생활 통합 도우미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7AFF"/>
                </a:solidFill>
              </a:defRPr>
            </a:pPr>
            <a:r>
              <a:t>60+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시간표/급식/봉사/수행/AI분석/뉴스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7AFF"/>
                </a:solidFill>
              </a:defRPr>
            </a:pPr>
            <a:r>
              <a:t>7종 공공데이터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NEIS 6종 + 1365 + 학교알리미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7AFF"/>
                </a:solidFill>
              </a:defRPr>
            </a:pPr>
            <a:r>
              <a:t>AI 엔진 3종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Gemini + Groq +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743200"/>
            <a:ext cx="25603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7AFF"/>
                </a:solidFill>
              </a:defRPr>
            </a:pPr>
            <a:r>
              <a:t>5개 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iOS/iPad/macOS/Watch/위젯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9D"/>
                </a:solidFill>
              </a:defRPr>
            </a:pPr>
            <a:r>
              <a:t>핵심 가치:  교육 공공데이터 + AI + 멀티플랫폼 = 학생 중심의 스마트 학교생활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A3B5"/>
                </a:solidFill>
              </a:defRPr>
            </a:pPr>
            <a:r>
              <a:t>(스크린샷: 홈 대시보드 - 인사말 + 시간표 요약 + 급식 + D-Day + 수행평가 + 날씨)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핵심 기능 ① 스마트 시간표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9436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48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rPr dirty="0"/>
              <a:t>  NEIS </a:t>
            </a:r>
            <a:r>
              <a:rPr dirty="0" err="1"/>
              <a:t>API로</a:t>
            </a:r>
            <a:r>
              <a:rPr dirty="0"/>
              <a:t> </a:t>
            </a:r>
            <a:r>
              <a:rPr dirty="0" err="1"/>
              <a:t>초</a:t>
            </a:r>
            <a:r>
              <a:rPr dirty="0"/>
              <a:t>/</a:t>
            </a:r>
            <a:r>
              <a:rPr dirty="0" err="1"/>
              <a:t>중</a:t>
            </a:r>
            <a:r>
              <a:rPr dirty="0"/>
              <a:t>/</a:t>
            </a:r>
            <a:r>
              <a:rPr dirty="0" err="1"/>
              <a:t>고</a:t>
            </a:r>
            <a:r>
              <a:rPr dirty="0"/>
              <a:t> </a:t>
            </a:r>
            <a:r>
              <a:rPr dirty="0" err="1"/>
              <a:t>시간표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조회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48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일간/주간 시간표, 주별 탐색 (스와이프)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" y="25603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사진 촬영 → Gemini Vision AI 시간표 자동 인식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31089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과목 수정 (꾹 눌러 편집 + Firebase 동기화)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과거 시간표 열람 (1개월, Firestore 이력)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배경화면 자동 생성 (시간표 이미지 → 사진 앨범 저장)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카카오톡/인스타그램 시간표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rPr dirty="0"/>
              <a:t>  </a:t>
            </a:r>
            <a:r>
              <a:rPr dirty="0" err="1"/>
              <a:t>수업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전</a:t>
            </a:r>
            <a:r>
              <a:rPr dirty="0"/>
              <a:t> </a:t>
            </a:r>
            <a:r>
              <a:rPr dirty="0" err="1"/>
              <a:t>푸시</a:t>
            </a:r>
            <a:r>
              <a:rPr dirty="0"/>
              <a:t> </a:t>
            </a:r>
            <a:r>
              <a:rPr dirty="0" err="1"/>
              <a:t>알림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132320" y="1097280"/>
            <a:ext cx="42976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2801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rPr dirty="0"/>
              <a:t>AI </a:t>
            </a:r>
            <a:r>
              <a:rPr dirty="0" err="1"/>
              <a:t>시간표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인식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0" y="1737359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1. 시간표 사진 촬영/선택</a:t>
            </a:r>
            <a:br/>
            <a:r>
              <a:t>2. Gemini Vision AI 분석</a:t>
            </a:r>
            <a:br/>
            <a:r>
              <a:t>3. 과목/교시 자동 추출</a:t>
            </a:r>
            <a:br/>
            <a:r>
              <a:t>4. 시간표에 자동 입력</a:t>
            </a:r>
            <a:br/>
            <a:br/>
            <a:r>
              <a:t>→ 수동 입력 불필요!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576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A3B5"/>
                </a:solidFill>
              </a:defRPr>
            </a:pPr>
            <a:r>
              <a:rPr dirty="0"/>
              <a:t>(</a:t>
            </a:r>
            <a:r>
              <a:rPr dirty="0" err="1"/>
              <a:t>스크린샷</a:t>
            </a:r>
            <a:r>
              <a:rPr dirty="0"/>
              <a:t>: </a:t>
            </a:r>
            <a:r>
              <a:rPr dirty="0" err="1"/>
              <a:t>일간</a:t>
            </a:r>
            <a:r>
              <a:rPr dirty="0"/>
              <a:t> </a:t>
            </a:r>
            <a:r>
              <a:rPr dirty="0" err="1"/>
              <a:t>시간표</a:t>
            </a:r>
            <a:br>
              <a:rPr dirty="0"/>
            </a:br>
            <a:r>
              <a:rPr dirty="0"/>
              <a:t>+ </a:t>
            </a:r>
            <a:r>
              <a:rPr dirty="0" err="1"/>
              <a:t>주간</a:t>
            </a:r>
            <a:r>
              <a:rPr dirty="0"/>
              <a:t> </a:t>
            </a:r>
            <a:r>
              <a:rPr dirty="0" err="1"/>
              <a:t>시간표</a:t>
            </a:r>
            <a:r>
              <a:rPr dirty="0"/>
              <a:t> </a:t>
            </a:r>
            <a:r>
              <a:t>격자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  핵심 기능 ② 급식 + 학사일정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714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9D"/>
                </a:solidFill>
              </a:defRPr>
            </a:pPr>
            <a:r>
              <a:rPr dirty="0" err="1"/>
              <a:t>급식</a:t>
            </a:r>
            <a:r>
              <a:rPr dirty="0"/>
              <a:t> (NEIS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297" y="22945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rPr dirty="0"/>
              <a:t>  </a:t>
            </a:r>
            <a:r>
              <a:rPr dirty="0" err="1"/>
              <a:t>조식</a:t>
            </a:r>
            <a:r>
              <a:rPr dirty="0"/>
              <a:t>/</a:t>
            </a:r>
            <a:r>
              <a:rPr dirty="0" err="1"/>
              <a:t>중식</a:t>
            </a:r>
            <a:r>
              <a:rPr dirty="0"/>
              <a:t>/</a:t>
            </a:r>
            <a:r>
              <a:rPr dirty="0" err="1"/>
              <a:t>석식</a:t>
            </a:r>
            <a:r>
              <a:rPr dirty="0"/>
              <a:t> + </a:t>
            </a:r>
            <a:r>
              <a:rPr dirty="0" err="1"/>
              <a:t>칼로리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46297" y="27517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19종 알레르기 빨간색 강조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297" y="32089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AI 급식 이미지 생성 (Gemini)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297" y="36661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AI 운동 분석 (칼로리 소비 추천)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297" y="41233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HealthKit 연동 (건강앱 칼로리 기록)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297" y="45805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카카오톡/인스타 공유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5714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</a:defRPr>
            </a:pPr>
            <a:r>
              <a:rPr dirty="0" err="1"/>
              <a:t>학사일정</a:t>
            </a:r>
            <a:r>
              <a:rPr dirty="0"/>
              <a:t> + D-Day (NEIS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6210" y="22030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월간 캘린더 + 스와이프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6210" y="26602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휴업일/체험학습/시험 분류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6210" y="31174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시험 D-Day 자동 감지 (키워드)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6210" y="35746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iOS 캘린더 자동 추가 (알림 포함)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6210" y="40318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D-Day 인스타 스토리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6210" y="448906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내일 학사일정 푸시 알림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06  핵심 기능 ③ 봉사활동 + 수행평가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C759"/>
                </a:solidFill>
              </a:defRPr>
            </a:pPr>
            <a:r>
              <a:rPr dirty="0" err="1"/>
              <a:t>봉사활동</a:t>
            </a:r>
            <a:r>
              <a:rPr dirty="0"/>
              <a:t> (1365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297" y="228812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rPr dirty="0"/>
              <a:t>  </a:t>
            </a:r>
            <a:r>
              <a:rPr dirty="0" err="1"/>
              <a:t>지역별</a:t>
            </a:r>
            <a:r>
              <a:rPr dirty="0"/>
              <a:t> </a:t>
            </a:r>
            <a:r>
              <a:rPr dirty="0" err="1"/>
              <a:t>봉사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46297" y="279104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모집 상태/일정/기관 정보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297" y="329396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Firebase 프록시 (HTTP→HTTPS, ATS 대응)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297" y="379688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6시간 캐시로 API 부하 최소화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297" y="429980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AI 봉사활동 추천 (관심 분야 기반)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54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78FF"/>
                </a:solidFill>
              </a:defRPr>
            </a:pPr>
            <a:r>
              <a:rPr dirty="0" err="1"/>
              <a:t>수행평가</a:t>
            </a:r>
            <a:r>
              <a:rPr dirty="0"/>
              <a:t> AI </a:t>
            </a:r>
            <a:r>
              <a:rPr dirty="0" err="1"/>
              <a:t>도우미</a:t>
            </a:r>
            <a:r>
              <a:rPr dirty="0"/>
              <a:t> (Gemini Vision)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339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rPr dirty="0"/>
              <a:t>  </a:t>
            </a:r>
            <a:r>
              <a:rPr dirty="0" err="1"/>
              <a:t>안내문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→ AI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766560" y="27368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과목/날짜/평가기준/준비물 자동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397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시간표에서 교시 자동 매칭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426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AI 준비 팁 + AI 코칭 (상세 전략)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455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D-Day 알림 (D-7, D-3, D-1, 당일)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485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Gemini 429 시 Groq 자동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07  AI 분석 기능 (5종)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B5"/>
                </a:solidFill>
              </a:defRPr>
            </a:pPr>
            <a:r>
              <a:t>교육 공공데이터 + AI = 학생 맞춤형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1031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54864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7AFF"/>
                </a:solidFill>
              </a:defRPr>
            </a:pPr>
            <a:r>
              <a:t>AI 공부 플래너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시험 정보 입력 → 일별 과목별</a:t>
            </a:r>
            <a:br/>
            <a:r>
              <a:t>공부 계획표 자동 생성</a:t>
            </a:r>
            <a:br/>
            <a:r>
              <a:t>(Swift Charts 시각화)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21031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103120" cy="54864"/>
          </a:xfrm>
          <a:prstGeom prst="roundRect">
            <a:avLst/>
          </a:prstGeom>
          <a:solidFill>
            <a:srgbClr val="00C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89D"/>
                </a:solidFill>
              </a:defRPr>
            </a:pPr>
            <a:r>
              <a:t>AI 영양 리포트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주간 급식 데이터 분석 →</a:t>
            </a:r>
            <a:br/>
            <a:r>
              <a:t>영양 균형/부족 영양소/</a:t>
            </a:r>
            <a:br/>
            <a:r>
              <a:t>보충 음식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463040"/>
            <a:ext cx="21031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103120" cy="54864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C759"/>
                </a:solidFill>
              </a:defRPr>
            </a:pPr>
            <a:r>
              <a:t>AI 봉사 추천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관심 분야 기반</a:t>
            </a:r>
            <a:br/>
            <a:r>
              <a:t>봉사활동 추천 + 1365</a:t>
            </a:r>
            <a:br/>
            <a:r>
              <a:t>검색 키워드 제안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463040"/>
            <a:ext cx="21031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0" y="1463040"/>
            <a:ext cx="2103120" cy="54864"/>
          </a:xfrm>
          <a:prstGeom prst="round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78FF"/>
                </a:solidFill>
              </a:defRPr>
            </a:pPr>
            <a:r>
              <a:t>AI 학습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집중 모드 기록 분석 →</a:t>
            </a:r>
            <a:br/>
            <a:r>
              <a:t>학습 패턴/개선점/</a:t>
            </a:r>
            <a:br/>
            <a:r>
              <a:t>목표 추천 (7일 차트)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463040"/>
            <a:ext cx="21031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463040"/>
            <a:ext cx="2103120" cy="54864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42"/>
                </a:solidFill>
              </a:defRPr>
            </a:pPr>
            <a:r>
              <a:t>AI 학교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945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NEIS 검색으로 학교 선택 →</a:t>
            </a:r>
            <a:br/>
            <a:r>
              <a:t>학교알리미 데이터 기반</a:t>
            </a:r>
            <a:br/>
            <a:r>
              <a:t>비교 차트 + AI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AI 엔진: Gemini Flash Lite (우선) → Groq Llama 3.3 70B (fallback, 한국어 시스템 프롬프트)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A3B5"/>
                </a:solidFill>
              </a:defRPr>
            </a:pPr>
            <a:r>
              <a:t>(스크린샷: AI 공부 플래너 차트 + AI 영양 리포트 차트 + AI 학교 비교 차트)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08  학교알리미 정보공시 + 교육 뉴스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0093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7AFF"/>
                </a:solidFill>
              </a:defRPr>
            </a:pPr>
            <a:r>
              <a:rPr dirty="0" err="1"/>
              <a:t>학교알리미</a:t>
            </a:r>
            <a:r>
              <a:rPr dirty="0"/>
              <a:t> </a:t>
            </a:r>
            <a:r>
              <a:rPr dirty="0" err="1"/>
              <a:t>정보공시</a:t>
            </a:r>
            <a:r>
              <a:rPr dirty="0"/>
              <a:t> (12종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학생 현황 (학년별 반수/평균 학생수)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성별 현황 (남녀 비율 바 그래프)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교원 현황 (교장/교감/교사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동아리 목록 + 인원수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학교도서관 (장서/좌석)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교복 단가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방과후학교 프로그램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수업일수 + 학년별 학생수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AI 학교 진단 (데이터 기반 AI 분석)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지도 (MapKit) + 연락처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0006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</a:defRPr>
            </a:pP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뉴스</a:t>
            </a:r>
            <a:r>
              <a:rPr dirty="0"/>
              <a:t> (</a:t>
            </a:r>
            <a:r>
              <a:rPr dirty="0" err="1"/>
              <a:t>카드뉴스</a:t>
            </a:r>
            <a:r>
              <a:rPr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교육정책/입시/학교생활/진로 카테고리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카드 스타일 뉴스 피드 + 상세 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이미지 + 글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  새 뉴스 로컬 알림 (사용자 동의 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09  멀티플랫폼 + 위젯 + Live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5603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7AFF"/>
                </a:solidFill>
              </a:defRPr>
            </a:pPr>
            <a:r>
              <a:t>iPhone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전체 기능</a:t>
            </a:r>
            <a:br/>
            <a:r>
              <a:t>홈/시간표/급식/봉사</a:t>
            </a:r>
            <a:br/>
            <a:r>
              <a:t>수행평가/AI/뉴스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97280"/>
            <a:ext cx="25603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9D"/>
                </a:solidFill>
              </a:defRPr>
            </a:pPr>
            <a:r>
              <a:t>iPad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NavigationSplitView</a:t>
            </a:r>
            <a:br/>
            <a:r>
              <a:t>사이드바 레이아웃</a:t>
            </a:r>
            <a:br/>
            <a:r>
              <a:t>넓은 화면 최적화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25603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C759"/>
                </a:solidFill>
              </a:defRPr>
            </a:pPr>
            <a:r>
              <a:t>Apple 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시간표 + 급식</a:t>
            </a:r>
            <a:br/>
            <a:r>
              <a:t>독립 실행</a:t>
            </a:r>
            <a:br/>
            <a:r>
              <a:t>오프라인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5603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78FF"/>
                </a:solidFill>
              </a:defRPr>
            </a:pPr>
            <a:r>
              <a:t>macOS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691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메뉴바 앱</a:t>
            </a:r>
            <a:br/>
            <a:r>
              <a:t>풀 윈도우 모드</a:t>
            </a:r>
            <a:br/>
            <a:r>
              <a:t>Mac App 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5603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7AFF"/>
                </a:solidFill>
              </a:defRPr>
            </a:pPr>
            <a:r>
              <a:t>위젯 6종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시간표/급식/학사일정/올인원</a:t>
            </a:r>
            <a:br/>
            <a:r>
              <a:t>(홈화면 + 잠금화면 + macOS)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840480"/>
            <a:ext cx="25603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7AFF"/>
                </a:solidFill>
              </a:defRPr>
            </a:pPr>
            <a:r>
              <a:t>Live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다이나믹 아일랜드에 현재 수업</a:t>
            </a:r>
            <a:br/>
            <a:r>
              <a:t>집중 모드 타이머 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840480"/>
            <a:ext cx="25603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7AFF"/>
                </a:solidFill>
              </a:defRPr>
            </a:pPr>
            <a:r>
              <a:t>기기 동기화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iCloud Key-Value Store</a:t>
            </a:r>
            <a:br/>
            <a:r>
              <a:t>+ Firebase Firestore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840480"/>
            <a:ext cx="256032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7AFF"/>
                </a:solidFill>
              </a:defRPr>
            </a:pPr>
            <a:r>
              <a:t>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389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카카오톡 + 인스타 스토리</a:t>
            </a:r>
            <a:br/>
            <a:r>
              <a:t>D-Day 이미지 공유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  집중 모드 + 건강 연동 + 배경화면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383280" cy="4572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488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78FF"/>
                </a:solidFill>
              </a:defRPr>
            </a:pPr>
            <a:r>
              <a:rPr dirty="0" err="1"/>
              <a:t>집중</a:t>
            </a:r>
            <a:r>
              <a:rPr dirty="0"/>
              <a:t> </a:t>
            </a:r>
            <a:r>
              <a:rPr dirty="0" err="1"/>
              <a:t>모드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488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rPr dirty="0"/>
              <a:t>  </a:t>
            </a:r>
            <a:r>
              <a:rPr dirty="0" err="1"/>
              <a:t>과목별</a:t>
            </a:r>
            <a:r>
              <a:rPr dirty="0"/>
              <a:t> </a:t>
            </a:r>
            <a:r>
              <a:rPr dirty="0" err="1"/>
              <a:t>공부</a:t>
            </a:r>
            <a:r>
              <a:rPr dirty="0"/>
              <a:t> </a:t>
            </a:r>
            <a:r>
              <a:rPr dirty="0" err="1"/>
              <a:t>스톱워치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4488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일별/주별 공부 시간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Live Activity 타이머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방해금지 모드 연동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383280" cy="4572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7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5C"/>
                </a:solidFill>
              </a:defRPr>
            </a:pP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8724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급식 칼로리 → HealthKit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활동 칼로리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AI 운동 분석 (급식 기반)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24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날씨 정보 (Open-Meteo)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97280"/>
            <a:ext cx="3383280" cy="4572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9D"/>
                </a:solidFill>
              </a:defRPr>
            </a:pPr>
            <a:r>
              <a:rPr dirty="0" err="1"/>
              <a:t>배경화면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주간 시간표 이미지 렌더링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사진 앨범 자동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iOS 단축어 연동 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시간표 새로고침 시 자동 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11  기술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68580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사용자 앱 (iOS / macOS / watchOS)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7AFF"/>
                </a:solidFill>
              </a:defRPr>
            </a:pPr>
            <a:r>
              <a:t>HTTPS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7AFF"/>
                </a:solidFill>
              </a:defRPr>
            </a:pPr>
            <a:r>
              <a:t>Firebase Cloud Functions (13개)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A3B5"/>
                </a:solidFill>
              </a:defRPr>
            </a:pPr>
            <a:r>
              <a:t>API 키는 서버에만 보관 (Secret Manager)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9D"/>
                </a:solidFill>
              </a:defRPr>
            </a:pPr>
            <a:r>
              <a:t>Firestore (캐시 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9D"/>
                </a:solidFill>
              </a:defRPr>
            </a:pPr>
            <a:r>
              <a:t>Firebase Storage (이미지)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</a:defRPr>
            </a:pPr>
            <a:r>
              <a:t>외부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3725" y="42976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NEIS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9078" y="42976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 err="1"/>
              <a:t>학교알리미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00762" y="429768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1365 봉사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0964" y="4782312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Gemini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7762" y="4782312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Groq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0762" y="4782312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Open-</a:t>
            </a:r>
            <a:r>
              <a:rPr dirty="0" err="1"/>
              <a:t>Meteo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7AFF"/>
                </a:solidFill>
              </a:defRPr>
            </a:pPr>
            <a:r>
              <a:t>Cloud Functions 13개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1. 학교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29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2. NEIS 시간표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14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3. 급식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9806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4. 학사일정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5. 시간표 이력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6. 시간표 수정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50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7. 시간표 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342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8-9. 수정 동기화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18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10-11. 봉사활동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02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12. 뉴스 조회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486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A3B5"/>
                </a:solidFill>
              </a:defRPr>
            </a:pPr>
            <a:r>
              <a:t>13. 뉴스 발행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12  AI 활용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148840" cy="4114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148840" cy="54864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7AFF"/>
                </a:solidFill>
              </a:defRPr>
            </a:pPr>
            <a:r>
              <a:t>Claude Code</a:t>
            </a:r>
            <a:br/>
            <a:r>
              <a:t>(Opus 4.6)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앱 전체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A3B5"/>
                </a:solidFill>
              </a:defRPr>
            </a:pPr>
            <a:r>
              <a:t>Swift/TypeScript/Kotlin</a:t>
            </a:r>
            <a:br/>
            <a:r>
              <a:t>코드 생성, 디버깅</a:t>
            </a:r>
            <a:br/>
            <a:r>
              <a:t>아키텍처 설계</a:t>
            </a:r>
            <a:br/>
            <a:r>
              <a:t>100+ 회 대화 협업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097280"/>
            <a:ext cx="2148840" cy="4114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97479" y="1097280"/>
            <a:ext cx="2148840" cy="54864"/>
          </a:xfrm>
          <a:prstGeom prst="roundRect">
            <a:avLst/>
          </a:prstGeom>
          <a:solidFill>
            <a:srgbClr val="00C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19" y="12801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9D"/>
                </a:solidFill>
              </a:defRPr>
            </a:pPr>
            <a:r>
              <a:t>Gemini</a:t>
            </a:r>
            <a:br/>
            <a:r>
              <a:t>Flash 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텍스트 AI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19" y="237744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A3B5"/>
                </a:solidFill>
              </a:defRPr>
            </a:pPr>
            <a:r>
              <a:t>수행평가 분석/AI 코칭</a:t>
            </a:r>
            <a:br/>
            <a:r>
              <a:t>공부 플래너/영양 리포트</a:t>
            </a:r>
            <a:br/>
            <a:r>
              <a:t>학교 비교/학습 분석</a:t>
            </a:r>
            <a:br/>
            <a:r>
              <a:t>3개 키 로테이션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97280"/>
            <a:ext cx="2148840" cy="4114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1097280"/>
            <a:ext cx="2148840" cy="54864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12801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</a:defRPr>
            </a:pPr>
            <a:r>
              <a:t>Gemini</a:t>
            </a:r>
            <a:br/>
            <a:r>
              <a:t>Flash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이미지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4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A3B5"/>
                </a:solidFill>
              </a:defRPr>
            </a:pPr>
            <a:r>
              <a:t>급식 메뉴 → 식판 이미지</a:t>
            </a:r>
            <a:br/>
            <a:r>
              <a:t>한국어 프롬프트</a:t>
            </a:r>
            <a:br/>
            <a:r>
              <a:t>"한국 학교 급식 식판"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097280"/>
            <a:ext cx="2148840" cy="4114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19" y="1097280"/>
            <a:ext cx="2148840" cy="54864"/>
          </a:xfrm>
          <a:prstGeom prst="round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59" y="12801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78FF"/>
                </a:solidFill>
              </a:defRPr>
            </a:pPr>
            <a:r>
              <a:t>Gemini</a:t>
            </a:r>
            <a:br/>
            <a: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이미지 인식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237744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A3B5"/>
                </a:solidFill>
              </a:defRPr>
            </a:pPr>
            <a:r>
              <a:t>시간표 사진 → 데이터 변환</a:t>
            </a:r>
            <a:br/>
            <a:r>
              <a:t>수행평가 안내문 → JSON</a:t>
            </a:r>
            <a:br/>
            <a:r>
              <a:t>과목/날짜/기준 자동 추출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097280"/>
            <a:ext cx="2148840" cy="4114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0" y="1097280"/>
            <a:ext cx="2148840" cy="54864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12801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C759"/>
                </a:solidFill>
              </a:defRPr>
            </a:pPr>
            <a:r>
              <a:t>Groq</a:t>
            </a:r>
            <a:br/>
            <a:r>
              <a:t>Llama 3.3 70B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텍스트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37744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EA3B5"/>
                </a:solidFill>
              </a:defRPr>
            </a:pPr>
            <a:r>
              <a:t>Gemini 429 시 자동 전환</a:t>
            </a:r>
            <a:br/>
            <a:r>
              <a:t>한국어 시스템 프롬프트</a:t>
            </a:r>
            <a:br/>
            <a:r>
              <a:t>무료 + 빠른 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A3B5"/>
                </a:solidFill>
              </a:defRPr>
            </a:pPr>
            <a:r>
              <a:t>AI 활용 비율: 코드의 약 90%를 AI와 협업하여 작성  |  보안: API 키 3중 로테이션 + Groq fallback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13  기존 서비스 차별점 + 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EA3B5"/>
                </a:solidFill>
              </a:defRPr>
            </a:pPr>
            <a:r>
              <a:t>비교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05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EA3B5"/>
                </a:solidFill>
              </a:defRPr>
            </a:pPr>
            <a:r>
              <a:t>기존 시간표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7AFF"/>
                </a:solidFill>
              </a:defRPr>
            </a:pPr>
            <a:r>
              <a:t>오늘시간표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시간표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일부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(NEIS 초/중/고)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55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급식 + AI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일부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(Gemini 이미지+운동분석)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396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수행평가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96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39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(Vision+코칭)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23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봉사활동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23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(1365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077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AI 분석 5종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077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07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(차트 포함)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학교알리미 12종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+ AI 진단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758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교육 뉴스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758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+ 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5993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Apple Watch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5993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C5C"/>
                </a:solidFill>
              </a:defRPr>
            </a:pPr>
            <a: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05993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 (독립 실행)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44398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위젯 6종 + Live 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4398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</a:defRPr>
            </a:pPr>
            <a:r>
              <a:t>일부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4439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C759"/>
                </a:solidFill>
              </a:defRPr>
            </a:pPr>
            <a: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기대효과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학생: 정보 확인 시간 절약 + AI 자기주도 학습 + 봉사활동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교사: "오늘 시간표 뭐예요?" 질문 감소 + 변경 공지 부담 경감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BF0"/>
                </a:solidFill>
              </a:defRPr>
            </a:pPr>
            <a:r>
              <a:t>  사회: 교육 공공데이터의 실질적 활용 사례 + 전국 6,000+ 학교 확장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오늘시간표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7AFF"/>
                </a:solidFill>
              </a:defRPr>
            </a:pPr>
            <a:r>
              <a:t>교육 공공데이터 + AI + 학생 중심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9144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활용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359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NEIS 6종 + 1365 봉사 + 학교알리미 12종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880360"/>
            <a:ext cx="9144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95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AI 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535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Claude Code (개발) + Gemini (분석/이미지) + Groq (fallback)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474720"/>
            <a:ext cx="9144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547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47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시간표(변경감지) + 급식(AI) + 봉사 + 수행평가AI + AI분석 5종 + 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69080"/>
            <a:ext cx="9144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4142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422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iOS + iPad + macOS + watchOS + 위젯 6종 + Live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63440"/>
            <a:ext cx="9144000" cy="502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736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기능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365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BF0"/>
                </a:solidFill>
              </a:defRPr>
            </a:pPr>
            <a:r>
              <a:t>60+ 기능 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9D"/>
                </a:solidFill>
              </a:defRPr>
            </a:pPr>
            <a:r>
              <a:t>"학생이 만든, 학생을 위한, AI 기반 학교생활 도우미"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A3B5"/>
                </a:solidFill>
              </a:defRPr>
            </a:pPr>
            <a:r>
              <a:t>(App Store QR코드 + 다운로드 링크)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A3B5"/>
                </a:solidFill>
              </a:defRPr>
            </a:pPr>
            <a:r>
              <a:t>공공누리 제1유형  |  출처: NEIS(open.neis.go.kr), 1365(1365.go.kr), 학교알리미(schoolinfo.go.kr)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1689</Words>
  <Application>Microsoft Macintosh PowerPoint</Application>
  <PresentationFormat>와이드스크린</PresentationFormat>
  <Paragraphs>258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신 예성</cp:lastModifiedBy>
  <cp:revision>3</cp:revision>
  <dcterms:created xsi:type="dcterms:W3CDTF">2013-01-27T09:14:16Z</dcterms:created>
  <dcterms:modified xsi:type="dcterms:W3CDTF">2026-05-01T03:22:25Z</dcterms:modified>
  <cp:category/>
</cp:coreProperties>
</file>